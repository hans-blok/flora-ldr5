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7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3204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1898F-97DF-F82D-D6DB-70E6B87F9C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58280D-A736-0E60-5248-9039D9F61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0F82F4-4BD3-9691-8F81-1EADCEF41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CA5D1-BFA3-46CC-BB80-B8672BA6D0B7}" type="datetimeFigureOut">
              <a:rPr lang="nl-NL" smtClean="0"/>
              <a:t>4-4-2026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3FD0F9-D18B-3310-A8AF-A473212B3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A70C6E-82EE-78C5-C890-517AEA215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9537F-D18E-4632-9283-57CC624007F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52334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B0E6F-782F-AD0A-FCCD-0DFEA689D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5981C-9A97-1C84-6DF8-0FC1964BC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B108F1-8459-D987-DA74-3A593BBB4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CA5D1-BFA3-46CC-BB80-B8672BA6D0B7}" type="datetimeFigureOut">
              <a:rPr lang="nl-NL" smtClean="0"/>
              <a:t>4-4-2026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C28356-E769-088B-BE5E-43F0AC934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59D9E3-D49D-D7F9-B68E-7C501C139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9537F-D18E-4632-9283-57CC624007F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86374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61E73-BE02-327F-C144-252E6AF01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529BAA-4172-8ED8-1A7B-A1F8A49A2C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C1B2CE-0EBF-8EA3-5ED2-D85441609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CA5D1-BFA3-46CC-BB80-B8672BA6D0B7}" type="datetimeFigureOut">
              <a:rPr lang="nl-NL" smtClean="0"/>
              <a:t>4-4-2026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074B5-C350-C302-3136-C6716B360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2F8B1-0D21-7CAC-3E84-0E7F2498A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9537F-D18E-4632-9283-57CC624007F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6397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EC562-B629-2D9A-0B24-2FBB58C3C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0AB3E2-C61E-DA83-4DD7-2791BF3CA9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2DA7E-CE29-26CD-650C-0095D33EF9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0F71DA-0AC0-612C-C827-E2EFAABA4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CA5D1-BFA3-46CC-BB80-B8672BA6D0B7}" type="datetimeFigureOut">
              <a:rPr lang="nl-NL" smtClean="0"/>
              <a:t>4-4-2026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57A015-7BFF-C0A4-4215-5CE3E0E9A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0971C6-2DD0-C317-613F-678736109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9537F-D18E-4632-9283-57CC624007F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37562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ADE4C-C775-0AAA-0A39-6EE78AF2F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BF38E9-055E-0499-AC60-CA8A4B403D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FE9310-376E-B6C3-BC76-D2890D7DC6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F12639-A81F-2DF2-48AA-89BD92F26E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FA24F2-3170-E3FE-5619-A7177CD3ED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F7AF89-6EB6-34A0-BC27-906D6933A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CA5D1-BFA3-46CC-BB80-B8672BA6D0B7}" type="datetimeFigureOut">
              <a:rPr lang="nl-NL" smtClean="0"/>
              <a:t>4-4-2026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8A1D6C-E20C-88D7-0868-E5E56921D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926A9D-7CAF-5DA5-C353-BA60E0FF4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9537F-D18E-4632-9283-57CC624007F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62379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395F4-905A-7B1F-8F1B-04C1628BC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85C6F8-0082-D568-DF23-3339478CC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CA5D1-BFA3-46CC-BB80-B8672BA6D0B7}" type="datetimeFigureOut">
              <a:rPr lang="nl-NL" smtClean="0"/>
              <a:t>4-4-2026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C480F9-4BC4-45A9-0A24-4A96D9D93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6DBF9B-06C9-0CE7-B357-0FCED20FB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9537F-D18E-4632-9283-57CC624007F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71916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60D9CB-B757-9F98-292D-785CB5CAB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CA5D1-BFA3-46CC-BB80-B8672BA6D0B7}" type="datetimeFigureOut">
              <a:rPr lang="nl-NL" smtClean="0"/>
              <a:t>4-4-2026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703A9E-491F-D34F-311D-D4F0505E4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5274E6-1C53-1595-5870-80273D97E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9537F-D18E-4632-9283-57CC624007F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45919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F18A2-4660-2A93-DA17-1B9B215B4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49B79-4BB6-6812-28C7-D7F43964D6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BC429D-57A5-C9AB-30C5-E3A417E2F5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80CA2-79DD-B59F-1A46-8C3C80FDB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CA5D1-BFA3-46CC-BB80-B8672BA6D0B7}" type="datetimeFigureOut">
              <a:rPr lang="nl-NL" smtClean="0"/>
              <a:t>4-4-2026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B4F33E-BC8B-404D-D82C-9FA60769B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DE6226-5D46-DD79-52C7-C830557D3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9537F-D18E-4632-9283-57CC624007F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05093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1045E-8075-CE45-6B76-94ECE0D87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E38D8B-3300-A149-DE2C-CCD0EDA52B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DEA783-4E83-ADCD-273E-5433900480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B6EFA0-11EB-6C13-89C6-FB922EC84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CA5D1-BFA3-46CC-BB80-B8672BA6D0B7}" type="datetimeFigureOut">
              <a:rPr lang="nl-NL" smtClean="0"/>
              <a:t>4-4-2026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8F7E26-1F7B-25FC-4C1F-AB5112ECF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4A2A19-C9DC-D8F9-9142-794CEAA36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9537F-D18E-4632-9283-57CC624007F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37740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BC768-80D6-1CD5-1E2E-D05735977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3C3ABC-9B18-ABA2-1CFB-C65B1327EF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D4BCB0-5819-EA73-EE50-E93F772E1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CA5D1-BFA3-46CC-BB80-B8672BA6D0B7}" type="datetimeFigureOut">
              <a:rPr lang="nl-NL" smtClean="0"/>
              <a:t>4-4-2026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C68BF5-689D-A927-5ABF-6228C1F86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AFC8F5-CB1E-9779-E122-6B82C2810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9537F-D18E-4632-9283-57CC624007F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27087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40BC26-EBC7-B3EB-0C97-2FE8C10A57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80293B-42E6-AFB9-6EFB-A51B3C370D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24AEB0-DFF2-C8D3-73B1-950D8DC5D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CA5D1-BFA3-46CC-BB80-B8672BA6D0B7}" type="datetimeFigureOut">
              <a:rPr lang="nl-NL" smtClean="0"/>
              <a:t>4-4-2026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350B16-635D-7250-B2AB-E1985D594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BA41B6-ED69-5904-AFD3-8084289A8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9537F-D18E-4632-9283-57CC624007F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55522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E8C70C-EE77-A8C5-EFF9-4D8B7A34D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206CC2-EA1C-1AD7-E322-EFF363F36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FBB269-34E8-1408-DFE3-989AEA386F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9CA5D1-BFA3-46CC-BB80-B8672BA6D0B7}" type="datetimeFigureOut">
              <a:rPr lang="nl-NL" smtClean="0"/>
              <a:t>4-4-2026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8CDB52-E8C4-768F-6820-AC0C59FA3B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D402F2-D7CA-9069-D3B6-AC0D9DD94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A9537F-D18E-4632-9283-57CC624007F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41223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7386675E-3838-72F6-81EE-A729FA358ABD}"/>
              </a:ext>
            </a:extLst>
          </p:cNvPr>
          <p:cNvSpPr/>
          <p:nvPr/>
        </p:nvSpPr>
        <p:spPr>
          <a:xfrm rot="17825111">
            <a:off x="5719036" y="2553961"/>
            <a:ext cx="627298" cy="5444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0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900602-B89C-2051-5E97-6701348DE273}"/>
              </a:ext>
            </a:extLst>
          </p:cNvPr>
          <p:cNvSpPr/>
          <p:nvPr/>
        </p:nvSpPr>
        <p:spPr>
          <a:xfrm rot="17789850">
            <a:off x="4555148" y="1884677"/>
            <a:ext cx="1030521" cy="14019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050" dirty="0">
                <a:solidFill>
                  <a:schemeClr val="tx1"/>
                </a:solidFill>
              </a:rPr>
              <a:t>parkeerplaats (grind)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2DBD707-C434-05E1-C4CC-6DFFE6A455B5}"/>
              </a:ext>
            </a:extLst>
          </p:cNvPr>
          <p:cNvSpPr/>
          <p:nvPr/>
        </p:nvSpPr>
        <p:spPr>
          <a:xfrm rot="7011101">
            <a:off x="6674886" y="2119815"/>
            <a:ext cx="320303" cy="152295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nl-NL" sz="1100" dirty="0">
                <a:solidFill>
                  <a:schemeClr val="accent6">
                    <a:lumMod val="50000"/>
                  </a:schemeClr>
                </a:solidFill>
              </a:rPr>
              <a:t>zone 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834400-5AA1-52BC-51A7-C62468D461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3130" y="159503"/>
            <a:ext cx="1114581" cy="101931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0DB2B98-0FE0-41C5-BF7B-C80B023ED029}"/>
              </a:ext>
            </a:extLst>
          </p:cNvPr>
          <p:cNvSpPr/>
          <p:nvPr/>
        </p:nvSpPr>
        <p:spPr>
          <a:xfrm rot="17846704">
            <a:off x="3952342" y="3162437"/>
            <a:ext cx="1062231" cy="133274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000" dirty="0">
                <a:solidFill>
                  <a:schemeClr val="tx1"/>
                </a:solidFill>
              </a:rPr>
              <a:t>woonhuis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FBCABC-465B-5996-F98B-F1E5CE0FF501}"/>
              </a:ext>
            </a:extLst>
          </p:cNvPr>
          <p:cNvSpPr/>
          <p:nvPr/>
        </p:nvSpPr>
        <p:spPr>
          <a:xfrm rot="17955549">
            <a:off x="4739880" y="3656436"/>
            <a:ext cx="1681960" cy="84565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000" dirty="0">
                <a:solidFill>
                  <a:schemeClr val="tx1"/>
                </a:solidFill>
              </a:rPr>
              <a:t>woonhuis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9EE574B-6CF6-D52F-EC3F-9A625F5ECFD8}"/>
              </a:ext>
            </a:extLst>
          </p:cNvPr>
          <p:cNvSpPr/>
          <p:nvPr/>
        </p:nvSpPr>
        <p:spPr>
          <a:xfrm rot="17702385">
            <a:off x="7215527" y="3342835"/>
            <a:ext cx="1348524" cy="126298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000" dirty="0">
                <a:solidFill>
                  <a:schemeClr val="tx1"/>
                </a:solidFill>
              </a:rPr>
              <a:t>bijgebouw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F30AFD-D659-6D5B-6927-9195D433FC94}"/>
              </a:ext>
            </a:extLst>
          </p:cNvPr>
          <p:cNvSpPr/>
          <p:nvPr/>
        </p:nvSpPr>
        <p:spPr>
          <a:xfrm rot="17955549">
            <a:off x="4673575" y="3360810"/>
            <a:ext cx="647557" cy="342913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050" dirty="0"/>
              <a:t>Buren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E331129-4F15-36C0-877E-C44C36C09459}"/>
              </a:ext>
            </a:extLst>
          </p:cNvPr>
          <p:cNvSpPr/>
          <p:nvPr/>
        </p:nvSpPr>
        <p:spPr>
          <a:xfrm rot="17702385">
            <a:off x="5100540" y="659986"/>
            <a:ext cx="1308835" cy="16308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100" dirty="0"/>
              <a:t>buren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9132F2A-94EE-B1A1-DD22-EFE078C10133}"/>
              </a:ext>
            </a:extLst>
          </p:cNvPr>
          <p:cNvSpPr/>
          <p:nvPr/>
        </p:nvSpPr>
        <p:spPr>
          <a:xfrm rot="17955549">
            <a:off x="7173760" y="5415397"/>
            <a:ext cx="1486197" cy="2156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100" dirty="0"/>
              <a:t>muurtje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5C62C5F-ED10-CD3B-97E0-2EA1AD9E3449}"/>
              </a:ext>
            </a:extLst>
          </p:cNvPr>
          <p:cNvSpPr/>
          <p:nvPr/>
        </p:nvSpPr>
        <p:spPr>
          <a:xfrm rot="17955549">
            <a:off x="6903486" y="5484057"/>
            <a:ext cx="629590" cy="166083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000" dirty="0"/>
              <a:t>schuur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6F83131-18DA-5776-09E5-CAC3BCB45A75}"/>
              </a:ext>
            </a:extLst>
          </p:cNvPr>
          <p:cNvSpPr/>
          <p:nvPr/>
        </p:nvSpPr>
        <p:spPr>
          <a:xfrm rot="1585831">
            <a:off x="6014483" y="2565137"/>
            <a:ext cx="1686136" cy="15450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100" dirty="0"/>
              <a:t>muurtje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93EF2BC-7AC5-7CF8-03C3-6DE8148BC523}"/>
              </a:ext>
            </a:extLst>
          </p:cNvPr>
          <p:cNvSpPr/>
          <p:nvPr/>
        </p:nvSpPr>
        <p:spPr>
          <a:xfrm rot="17789850">
            <a:off x="6742185" y="1391709"/>
            <a:ext cx="1030521" cy="14019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050" dirty="0">
                <a:solidFill>
                  <a:schemeClr val="tx1"/>
                </a:solidFill>
              </a:rPr>
              <a:t>tuin buren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A5AB995-70C8-D4C9-37F9-CEBDB459723A}"/>
              </a:ext>
            </a:extLst>
          </p:cNvPr>
          <p:cNvSpPr/>
          <p:nvPr/>
        </p:nvSpPr>
        <p:spPr>
          <a:xfrm rot="17789850">
            <a:off x="7212987" y="4685338"/>
            <a:ext cx="3003534" cy="6465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050" dirty="0">
                <a:solidFill>
                  <a:schemeClr val="tx1"/>
                </a:solidFill>
              </a:rPr>
              <a:t>tuin buren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68CE971-D52B-1952-4B23-0F18CDEAE721}"/>
              </a:ext>
            </a:extLst>
          </p:cNvPr>
          <p:cNvSpPr/>
          <p:nvPr/>
        </p:nvSpPr>
        <p:spPr>
          <a:xfrm rot="1633426">
            <a:off x="3674498" y="2632593"/>
            <a:ext cx="320303" cy="13499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nl-NL" sz="1100" dirty="0">
                <a:solidFill>
                  <a:schemeClr val="accent6">
                    <a:lumMod val="50000"/>
                  </a:schemeClr>
                </a:solidFill>
              </a:rPr>
              <a:t>zone 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97CAE76-E385-1B90-C26E-1C3F31D365AC}"/>
              </a:ext>
            </a:extLst>
          </p:cNvPr>
          <p:cNvSpPr/>
          <p:nvPr/>
        </p:nvSpPr>
        <p:spPr>
          <a:xfrm rot="6971953">
            <a:off x="4456448" y="2673881"/>
            <a:ext cx="320303" cy="9361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nl-NL" sz="1100" dirty="0">
                <a:solidFill>
                  <a:schemeClr val="accent6">
                    <a:lumMod val="50000"/>
                  </a:schemeClr>
                </a:solidFill>
              </a:rPr>
              <a:t>zone 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F3B53E9-FC4D-DB69-14A6-5698D110487E}"/>
              </a:ext>
            </a:extLst>
          </p:cNvPr>
          <p:cNvSpPr/>
          <p:nvPr/>
        </p:nvSpPr>
        <p:spPr>
          <a:xfrm rot="1736715">
            <a:off x="7510924" y="4949696"/>
            <a:ext cx="320303" cy="9864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nl-NL" sz="1100" dirty="0">
                <a:solidFill>
                  <a:schemeClr val="accent6">
                    <a:lumMod val="50000"/>
                  </a:schemeClr>
                </a:solidFill>
              </a:rPr>
              <a:t>zone 6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2FA3144-6130-1565-094F-2A7FB1E859D3}"/>
              </a:ext>
            </a:extLst>
          </p:cNvPr>
          <p:cNvSpPr/>
          <p:nvPr/>
        </p:nvSpPr>
        <p:spPr>
          <a:xfrm rot="6987304">
            <a:off x="7389096" y="4066597"/>
            <a:ext cx="320303" cy="128435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nl-NL" sz="1100" dirty="0">
                <a:solidFill>
                  <a:schemeClr val="accent6">
                    <a:lumMod val="50000"/>
                  </a:schemeClr>
                </a:solidFill>
              </a:rPr>
              <a:t>Zone 5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84046D2-4959-D2BC-B34D-F31FE75545BD}"/>
              </a:ext>
            </a:extLst>
          </p:cNvPr>
          <p:cNvSpPr/>
          <p:nvPr/>
        </p:nvSpPr>
        <p:spPr>
          <a:xfrm rot="7220852">
            <a:off x="5728193" y="4690321"/>
            <a:ext cx="320303" cy="66835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nl-NL" sz="1100" dirty="0">
                <a:solidFill>
                  <a:schemeClr val="accent6">
                    <a:lumMod val="50000"/>
                  </a:schemeClr>
                </a:solidFill>
              </a:rPr>
              <a:t>zone 8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0736033-70D0-022A-B1AE-B0C3B8D52FBD}"/>
              </a:ext>
            </a:extLst>
          </p:cNvPr>
          <p:cNvSpPr/>
          <p:nvPr/>
        </p:nvSpPr>
        <p:spPr>
          <a:xfrm rot="7220852">
            <a:off x="6218112" y="4973737"/>
            <a:ext cx="487215" cy="5889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nl-NL" sz="1200" dirty="0">
                <a:solidFill>
                  <a:schemeClr val="accent6">
                    <a:lumMod val="50000"/>
                  </a:schemeClr>
                </a:solidFill>
              </a:rPr>
              <a:t>zone 7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2FD510A-4931-F352-A2E5-658DC56039F1}"/>
              </a:ext>
            </a:extLst>
          </p:cNvPr>
          <p:cNvSpPr/>
          <p:nvPr/>
        </p:nvSpPr>
        <p:spPr>
          <a:xfrm rot="7220852">
            <a:off x="5890549" y="2780320"/>
            <a:ext cx="312801" cy="85557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nl-NL" sz="1100" dirty="0">
                <a:solidFill>
                  <a:schemeClr val="accent6">
                    <a:lumMod val="50000"/>
                  </a:schemeClr>
                </a:solidFill>
              </a:rPr>
              <a:t>zone 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259B5F-E56F-2B82-A36D-B56DFF71123B}"/>
              </a:ext>
            </a:extLst>
          </p:cNvPr>
          <p:cNvSpPr/>
          <p:nvPr/>
        </p:nvSpPr>
        <p:spPr>
          <a:xfrm rot="1803632">
            <a:off x="3592211" y="1264811"/>
            <a:ext cx="348324" cy="120907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nl-NL" sz="1100" dirty="0">
                <a:solidFill>
                  <a:schemeClr val="accent6">
                    <a:lumMod val="50000"/>
                  </a:schemeClr>
                </a:solidFill>
              </a:rPr>
              <a:t>zone 11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C55988-624A-C434-B65A-34AC392E8786}"/>
              </a:ext>
            </a:extLst>
          </p:cNvPr>
          <p:cNvSpPr/>
          <p:nvPr/>
        </p:nvSpPr>
        <p:spPr>
          <a:xfrm rot="17902004">
            <a:off x="1686877" y="2008399"/>
            <a:ext cx="4512062" cy="48740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solidFill>
                  <a:schemeClr val="tx1"/>
                </a:solidFill>
              </a:rPr>
              <a:t>straat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08468F-86A5-CED7-6E3C-7A9E207C502A}"/>
              </a:ext>
            </a:extLst>
          </p:cNvPr>
          <p:cNvSpPr/>
          <p:nvPr/>
        </p:nvSpPr>
        <p:spPr>
          <a:xfrm rot="17994770">
            <a:off x="2969400" y="4057024"/>
            <a:ext cx="717483" cy="2835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600" dirty="0">
                <a:solidFill>
                  <a:schemeClr val="tx1"/>
                </a:solidFill>
              </a:rPr>
              <a:t>parkeerplaats (grind)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79DEC9-2DFE-9DE3-D542-9D708483B63F}"/>
              </a:ext>
            </a:extLst>
          </p:cNvPr>
          <p:cNvSpPr/>
          <p:nvPr/>
        </p:nvSpPr>
        <p:spPr>
          <a:xfrm rot="1803632">
            <a:off x="2841825" y="2233721"/>
            <a:ext cx="320303" cy="1948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nl-NL" sz="1100" dirty="0">
                <a:solidFill>
                  <a:schemeClr val="accent6">
                    <a:lumMod val="50000"/>
                  </a:schemeClr>
                </a:solidFill>
              </a:rPr>
              <a:t>zone 10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7E58AF-C64D-783D-DBE1-7BF2ABED5B36}"/>
              </a:ext>
            </a:extLst>
          </p:cNvPr>
          <p:cNvSpPr/>
          <p:nvPr/>
        </p:nvSpPr>
        <p:spPr>
          <a:xfrm rot="1803632">
            <a:off x="4264071" y="20048"/>
            <a:ext cx="254713" cy="144708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nl-NL" sz="1100" dirty="0">
                <a:solidFill>
                  <a:schemeClr val="accent6">
                    <a:lumMod val="50000"/>
                  </a:schemeClr>
                </a:solidFill>
              </a:rPr>
              <a:t>zone 12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AF52FC0-9713-F85F-2CD5-1DD615D8F216}"/>
              </a:ext>
            </a:extLst>
          </p:cNvPr>
          <p:cNvSpPr/>
          <p:nvPr/>
        </p:nvSpPr>
        <p:spPr>
          <a:xfrm rot="1803632">
            <a:off x="3215233" y="-325045"/>
            <a:ext cx="320303" cy="450574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nl-NL" sz="1100" dirty="0">
                <a:solidFill>
                  <a:schemeClr val="accent6">
                    <a:lumMod val="50000"/>
                  </a:schemeClr>
                </a:solidFill>
              </a:rPr>
              <a:t>sloot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921338-8ACC-82B0-BA81-B1968453ADF0}"/>
              </a:ext>
            </a:extLst>
          </p:cNvPr>
          <p:cNvSpPr/>
          <p:nvPr/>
        </p:nvSpPr>
        <p:spPr>
          <a:xfrm rot="17789850">
            <a:off x="4321294" y="941586"/>
            <a:ext cx="1398794" cy="279254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050" dirty="0">
                <a:solidFill>
                  <a:schemeClr val="tx1"/>
                </a:solidFill>
              </a:rPr>
              <a:t>tuin buren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7EA0F0-E960-9EAB-4BC8-75BB21B40ABF}"/>
              </a:ext>
            </a:extLst>
          </p:cNvPr>
          <p:cNvSpPr/>
          <p:nvPr/>
        </p:nvSpPr>
        <p:spPr>
          <a:xfrm rot="1590481">
            <a:off x="6897673" y="3243946"/>
            <a:ext cx="320303" cy="131796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nl-NL" sz="1100" dirty="0">
                <a:solidFill>
                  <a:schemeClr val="accent6">
                    <a:lumMod val="50000"/>
                  </a:schemeClr>
                </a:solidFill>
              </a:rPr>
              <a:t>zone 4</a:t>
            </a:r>
          </a:p>
        </p:txBody>
      </p:sp>
    </p:spTree>
    <p:extLst>
      <p:ext uri="{BB962C8B-B14F-4D97-AF65-F5344CB8AC3E}">
        <p14:creationId xmlns:p14="http://schemas.microsoft.com/office/powerpoint/2010/main" val="29681075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</Words>
  <Application>Microsoft Office PowerPoint</Application>
  <PresentationFormat>Widescreen</PresentationFormat>
  <Paragraphs>27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Hans Blok</dc:creator>
  <cp:lastModifiedBy>Hans Blok</cp:lastModifiedBy>
  <cp:revision>6</cp:revision>
  <dcterms:created xsi:type="dcterms:W3CDTF">2026-04-04T06:24:19Z</dcterms:created>
  <dcterms:modified xsi:type="dcterms:W3CDTF">2026-04-04T08:48:04Z</dcterms:modified>
</cp:coreProperties>
</file>