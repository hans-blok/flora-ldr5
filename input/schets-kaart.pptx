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>
        <p:scale>
          <a:sx n="100" d="100"/>
          <a:sy n="100" d="100"/>
        </p:scale>
        <p:origin x="3612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898F-97DF-F82D-D6DB-70E6B87F9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8280D-A736-0E60-5248-9039D9F61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F82F4-4BD3-9691-8F81-1EADCEF4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FD0F9-D18B-3310-A8AF-A473212B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70C6E-82EE-78C5-C890-517AEA21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233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0E6F-782F-AD0A-FCCD-0DFEA689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981C-9A97-1C84-6DF8-0FC1964BC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108F1-8459-D987-DA74-3A593BBB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28356-E769-088B-BE5E-43F0AC93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9D9E3-D49D-D7F9-B68E-7C501C13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637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1E73-BE02-327F-C144-252E6AF01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29BAA-4172-8ED8-1A7B-A1F8A49A2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1B2CE-0EBF-8EA3-5ED2-D8544160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074B5-C350-C302-3136-C6716B36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2F8B1-0D21-7CAC-3E84-0E7F2498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39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C562-B629-2D9A-0B24-2FBB58C3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AB3E2-C61E-DA83-4DD7-2791BF3CA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2DA7E-CE29-26CD-650C-0095D33EF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F71DA-0AC0-612C-C827-E2EFAABA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7A015-7BFF-C0A4-4215-5CE3E0E9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971C6-2DD0-C317-613F-67873610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7562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DE4C-C775-0AAA-0A39-6EE78AF2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F38E9-055E-0499-AC60-CA8A4B403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E9310-376E-B6C3-BC76-D2890D7DC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12639-A81F-2DF2-48AA-89BD92F26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A24F2-3170-E3FE-5619-A7177CD3E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7AF89-6EB6-34A0-BC27-906D6933A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A1D6C-E20C-88D7-0868-E5E56921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26A9D-7CAF-5DA5-C353-BA60E0FF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37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95F4-905A-7B1F-8F1B-04C1628B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5C6F8-0082-D568-DF23-3339478C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480F9-4BC4-45A9-0A24-4A96D9D9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DBF9B-06C9-0CE7-B357-0FCED20F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191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60D9CB-B757-9F98-292D-785CB5CA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03A9E-491F-D34F-311D-D4F0505E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274E6-1C53-1595-5870-80273D97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591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18A2-4660-2A93-DA17-1B9B215B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9B79-4BB6-6812-28C7-D7F43964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C429D-57A5-C9AB-30C5-E3A417E2F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80CA2-79DD-B59F-1A46-8C3C80FD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4F33E-BC8B-404D-D82C-9FA60769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E6226-5D46-DD79-52C7-C830557D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509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045E-8075-CE45-6B76-94ECE0D8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38D8B-3300-A149-DE2C-CCD0EDA52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EA783-4E83-ADCD-273E-543390048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6EFA0-11EB-6C13-89C6-FB922EC84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F7E26-1F7B-25FC-4C1F-AB5112EC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A2A19-C9DC-D8F9-9142-794CEAA3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774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C768-80D6-1CD5-1E2E-D0573597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C3ABC-9B18-ABA2-1CFB-C65B1327E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4BCB0-5819-EA73-EE50-E93F772E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68BF5-689D-A927-5ABF-6228C1F8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FC8F5-CB1E-9779-E122-6B82C281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7087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0BC26-EBC7-B3EB-0C97-2FE8C10A5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0293B-42E6-AFB9-6EFB-A51B3C370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4AEB0-DFF2-C8D3-73B1-950D8DC5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50B16-635D-7250-B2AB-E1985D594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41B6-ED69-5904-AFD3-8084289A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552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8C70C-EE77-A8C5-EFF9-4D8B7A34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06CC2-EA1C-1AD7-E322-EFF363F3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B269-34E8-1408-DFE3-989AEA386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CDB52-E8C4-768F-6820-AC0C59FA3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402F2-D7CA-9069-D3B6-AC0D9DD94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122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12FBE15-7332-A3B3-9664-6D5E64E5D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640035">
            <a:off x="873317" y="600780"/>
            <a:ext cx="1660642" cy="166840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6F83131-18DA-5776-09E5-CAC3BCB45A75}"/>
              </a:ext>
            </a:extLst>
          </p:cNvPr>
          <p:cNvSpPr/>
          <p:nvPr/>
        </p:nvSpPr>
        <p:spPr>
          <a:xfrm>
            <a:off x="5560531" y="1875332"/>
            <a:ext cx="1877953" cy="15450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/>
              <a:t>muurtje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8468F-86A5-CED7-6E3C-7A9E207C502A}"/>
              </a:ext>
            </a:extLst>
          </p:cNvPr>
          <p:cNvSpPr/>
          <p:nvPr/>
        </p:nvSpPr>
        <p:spPr>
          <a:xfrm rot="16196372">
            <a:off x="3675467" y="4809823"/>
            <a:ext cx="717483" cy="283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tx1"/>
                </a:solidFill>
              </a:rPr>
              <a:t>parkeerplaats (grind)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86675E-3838-72F6-81EE-A729FA358ABD}"/>
              </a:ext>
            </a:extLst>
          </p:cNvPr>
          <p:cNvSpPr/>
          <p:nvPr/>
        </p:nvSpPr>
        <p:spPr>
          <a:xfrm rot="16026713">
            <a:off x="5435560" y="2146857"/>
            <a:ext cx="627298" cy="544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00602-B89C-2051-5E97-6701348DE273}"/>
              </a:ext>
            </a:extLst>
          </p:cNvPr>
          <p:cNvSpPr/>
          <p:nvPr/>
        </p:nvSpPr>
        <p:spPr>
          <a:xfrm rot="16200000">
            <a:off x="4280190" y="1990494"/>
            <a:ext cx="1030521" cy="14019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parkeerplaats (grind)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DBD707-C434-05E1-C4CC-6DFFE6A455B5}"/>
              </a:ext>
            </a:extLst>
          </p:cNvPr>
          <p:cNvSpPr/>
          <p:nvPr/>
        </p:nvSpPr>
        <p:spPr>
          <a:xfrm rot="5400000">
            <a:off x="6154752" y="1218050"/>
            <a:ext cx="237823" cy="18779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B2B98-0FE0-41C5-BF7B-C80B023ED029}"/>
              </a:ext>
            </a:extLst>
          </p:cNvPr>
          <p:cNvSpPr/>
          <p:nvPr/>
        </p:nvSpPr>
        <p:spPr>
          <a:xfrm rot="16200000">
            <a:off x="4324554" y="3342819"/>
            <a:ext cx="1062231" cy="14375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>
                <a:solidFill>
                  <a:schemeClr val="tx1"/>
                </a:solidFill>
              </a:rPr>
              <a:t>woonhuis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BCABC-465B-5996-F98B-F1E5CE0FF501}"/>
              </a:ext>
            </a:extLst>
          </p:cNvPr>
          <p:cNvSpPr/>
          <p:nvPr/>
        </p:nvSpPr>
        <p:spPr>
          <a:xfrm rot="16157151">
            <a:off x="5142859" y="3307475"/>
            <a:ext cx="1681960" cy="8456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>
                <a:solidFill>
                  <a:schemeClr val="tx1"/>
                </a:solidFill>
              </a:rPr>
              <a:t>woonhuis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EE574B-6CF6-D52F-EC3F-9A625F5ECFD8}"/>
              </a:ext>
            </a:extLst>
          </p:cNvPr>
          <p:cNvSpPr/>
          <p:nvPr/>
        </p:nvSpPr>
        <p:spPr>
          <a:xfrm rot="16200000">
            <a:off x="7246220" y="1924833"/>
            <a:ext cx="1362479" cy="12629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>
                <a:solidFill>
                  <a:schemeClr val="tx1"/>
                </a:solidFill>
              </a:rPr>
              <a:t>bijgebouw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F30AFD-D659-6D5B-6927-9195D433FC94}"/>
              </a:ext>
            </a:extLst>
          </p:cNvPr>
          <p:cNvSpPr/>
          <p:nvPr/>
        </p:nvSpPr>
        <p:spPr>
          <a:xfrm rot="16200000">
            <a:off x="5589962" y="3107858"/>
            <a:ext cx="647557" cy="35537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/>
              <a:t>buren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31129-4F15-36C0-877E-C44C36C09459}"/>
              </a:ext>
            </a:extLst>
          </p:cNvPr>
          <p:cNvSpPr/>
          <p:nvPr/>
        </p:nvSpPr>
        <p:spPr>
          <a:xfrm rot="16200000">
            <a:off x="4194012" y="562419"/>
            <a:ext cx="1308835" cy="16308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/>
              <a:t>buren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132F2A-94EE-B1A1-DD22-EFE078C10133}"/>
              </a:ext>
            </a:extLst>
          </p:cNvPr>
          <p:cNvSpPr/>
          <p:nvPr/>
        </p:nvSpPr>
        <p:spPr>
          <a:xfrm rot="16157151">
            <a:off x="7986578" y="3818063"/>
            <a:ext cx="1316694" cy="1594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/>
              <a:t>muurtje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C62C5F-ED10-CD3B-97E0-2EA1AD9E3449}"/>
              </a:ext>
            </a:extLst>
          </p:cNvPr>
          <p:cNvSpPr/>
          <p:nvPr/>
        </p:nvSpPr>
        <p:spPr>
          <a:xfrm rot="16200000">
            <a:off x="8196186" y="4054292"/>
            <a:ext cx="647557" cy="16608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/>
              <a:t>schuur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EF2BC-7AC5-7CF8-03C3-6DE8148BC523}"/>
              </a:ext>
            </a:extLst>
          </p:cNvPr>
          <p:cNvSpPr/>
          <p:nvPr/>
        </p:nvSpPr>
        <p:spPr>
          <a:xfrm rot="16200000">
            <a:off x="5807567" y="1017617"/>
            <a:ext cx="627991" cy="810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tuin buren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5AB995-70C8-D4C9-37F9-CEBDB459723A}"/>
              </a:ext>
            </a:extLst>
          </p:cNvPr>
          <p:cNvSpPr/>
          <p:nvPr/>
        </p:nvSpPr>
        <p:spPr>
          <a:xfrm rot="16200000">
            <a:off x="8421151" y="3682455"/>
            <a:ext cx="1181999" cy="558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tuin buren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8CE971-D52B-1952-4B23-0F18CDEAE721}"/>
              </a:ext>
            </a:extLst>
          </p:cNvPr>
          <p:cNvSpPr/>
          <p:nvPr/>
        </p:nvSpPr>
        <p:spPr>
          <a:xfrm>
            <a:off x="3895808" y="3370742"/>
            <a:ext cx="241078" cy="12496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7CAE76-E385-1B90-C26E-1C3F31D365AC}"/>
              </a:ext>
            </a:extLst>
          </p:cNvPr>
          <p:cNvSpPr/>
          <p:nvPr/>
        </p:nvSpPr>
        <p:spPr>
          <a:xfrm rot="5400000">
            <a:off x="4475560" y="2917181"/>
            <a:ext cx="287408" cy="936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3B53E9-FC4D-DB69-14A6-5698D110487E}"/>
              </a:ext>
            </a:extLst>
          </p:cNvPr>
          <p:cNvSpPr/>
          <p:nvPr/>
        </p:nvSpPr>
        <p:spPr>
          <a:xfrm>
            <a:off x="8245234" y="3370742"/>
            <a:ext cx="320303" cy="9987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FA3144-6130-1565-094F-2A7FB1E859D3}"/>
              </a:ext>
            </a:extLst>
          </p:cNvPr>
          <p:cNvSpPr/>
          <p:nvPr/>
        </p:nvSpPr>
        <p:spPr>
          <a:xfrm rot="5400000">
            <a:off x="7809539" y="2691107"/>
            <a:ext cx="191437" cy="12843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046D2-4959-D2BC-B34D-F31FE75545BD}"/>
              </a:ext>
            </a:extLst>
          </p:cNvPr>
          <p:cNvSpPr/>
          <p:nvPr/>
        </p:nvSpPr>
        <p:spPr>
          <a:xfrm rot="5422454">
            <a:off x="6531024" y="4099908"/>
            <a:ext cx="320303" cy="5907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736033-70D0-022A-B1AE-B0C3B8D52FBD}"/>
              </a:ext>
            </a:extLst>
          </p:cNvPr>
          <p:cNvSpPr/>
          <p:nvPr/>
        </p:nvSpPr>
        <p:spPr>
          <a:xfrm rot="5422454">
            <a:off x="7040039" y="4020951"/>
            <a:ext cx="487215" cy="5889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200" dirty="0">
                <a:solidFill>
                  <a:schemeClr val="accent6">
                    <a:lumMod val="50000"/>
                  </a:schemeClr>
                </a:solidFill>
              </a:rPr>
              <a:t>zone 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FD510A-4931-F352-A2E5-658DC56039F1}"/>
              </a:ext>
            </a:extLst>
          </p:cNvPr>
          <p:cNvSpPr/>
          <p:nvPr/>
        </p:nvSpPr>
        <p:spPr>
          <a:xfrm rot="5422454">
            <a:off x="5854304" y="2360723"/>
            <a:ext cx="235139" cy="8555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259B5F-E56F-2B82-A36D-B56DFF71123B}"/>
              </a:ext>
            </a:extLst>
          </p:cNvPr>
          <p:cNvSpPr/>
          <p:nvPr/>
        </p:nvSpPr>
        <p:spPr>
          <a:xfrm rot="5234">
            <a:off x="3133798" y="2117919"/>
            <a:ext cx="348324" cy="12090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C55988-624A-C434-B65A-34AC392E8786}"/>
              </a:ext>
            </a:extLst>
          </p:cNvPr>
          <p:cNvSpPr/>
          <p:nvPr/>
        </p:nvSpPr>
        <p:spPr>
          <a:xfrm rot="16200000">
            <a:off x="1396074" y="2722121"/>
            <a:ext cx="4512062" cy="4874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1"/>
                </a:solidFill>
              </a:rPr>
              <a:t>straat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79DEC9-2DFE-9DE3-D542-9D708483B63F}"/>
              </a:ext>
            </a:extLst>
          </p:cNvPr>
          <p:cNvSpPr/>
          <p:nvPr/>
        </p:nvSpPr>
        <p:spPr>
          <a:xfrm rot="5234">
            <a:off x="3154482" y="3289671"/>
            <a:ext cx="320303" cy="194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7E58AF-C64D-783D-DBE1-7BF2ABED5B36}"/>
              </a:ext>
            </a:extLst>
          </p:cNvPr>
          <p:cNvSpPr/>
          <p:nvPr/>
        </p:nvSpPr>
        <p:spPr>
          <a:xfrm rot="5234">
            <a:off x="3159635" y="711442"/>
            <a:ext cx="254713" cy="14470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F52FC0-9713-F85F-2CD5-1DD615D8F216}"/>
              </a:ext>
            </a:extLst>
          </p:cNvPr>
          <p:cNvSpPr/>
          <p:nvPr/>
        </p:nvSpPr>
        <p:spPr>
          <a:xfrm rot="5234">
            <a:off x="2678250" y="715456"/>
            <a:ext cx="480380" cy="45057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sloot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921338-8ACC-82B0-BA81-B1968453ADF0}"/>
              </a:ext>
            </a:extLst>
          </p:cNvPr>
          <p:cNvSpPr/>
          <p:nvPr/>
        </p:nvSpPr>
        <p:spPr>
          <a:xfrm rot="16200000">
            <a:off x="3320463" y="1292536"/>
            <a:ext cx="1398794" cy="241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tuin buren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EA0F0-E960-9EAB-4BC8-75BB21B40ABF}"/>
              </a:ext>
            </a:extLst>
          </p:cNvPr>
          <p:cNvSpPr/>
          <p:nvPr/>
        </p:nvSpPr>
        <p:spPr>
          <a:xfrm>
            <a:off x="7011730" y="2029587"/>
            <a:ext cx="277003" cy="13994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02EE83-62E2-B8EC-5145-5C845354778F}"/>
              </a:ext>
            </a:extLst>
          </p:cNvPr>
          <p:cNvSpPr/>
          <p:nvPr/>
        </p:nvSpPr>
        <p:spPr>
          <a:xfrm rot="16200000">
            <a:off x="8434662" y="2240046"/>
            <a:ext cx="1181999" cy="646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tuin buren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8794A84-501E-0E92-A566-9EEF7E96C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452" y="534803"/>
            <a:ext cx="2033871" cy="477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0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78C2C5C8-482A-C46A-7D9A-79C430153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083"/>
            <a:ext cx="12058627" cy="551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6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 Blok</dc:creator>
  <cp:lastModifiedBy>Hans Blok</cp:lastModifiedBy>
  <cp:revision>10</cp:revision>
  <dcterms:created xsi:type="dcterms:W3CDTF">2026-04-04T06:24:19Z</dcterms:created>
  <dcterms:modified xsi:type="dcterms:W3CDTF">2026-04-04T18:55:08Z</dcterms:modified>
</cp:coreProperties>
</file>